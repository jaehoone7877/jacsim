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90856cd9bb41b6" /><Relationship Type="http://schemas.openxmlformats.org/officeDocument/2006/relationships/extended-properties" Target="/docProps/app.xml" Id="R4e8600a7dcf84432" /><Relationship Type="http://schemas.openxmlformats.org/officeDocument/2006/relationships/officeDocument" Target="/ppt/presentation.xml" Id="Rfb8235002e40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1b3ae64b3d40c8"/>
  </p:sldMasterIdLst>
  <p:notesMasterIdLst>
    <p:notesMasterId xmlns:r="http://schemas.openxmlformats.org/officeDocument/2006/relationships" r:id="R2227a62194d84954"/>
  </p:notesMasterIdLst>
  <p:sldIdLst>
    <p:sldId xmlns:r="http://schemas.openxmlformats.org/officeDocument/2006/relationships" id="256" r:id="Rcd9a51df62684955"/>
    <p:sldId xmlns:r="http://schemas.openxmlformats.org/officeDocument/2006/relationships" id="257" r:id="R86632f5be6384a56"/>
    <p:sldId xmlns:r="http://schemas.openxmlformats.org/officeDocument/2006/relationships" id="258" r:id="R508af7b36f52400f"/>
    <p:sldId xmlns:r="http://schemas.openxmlformats.org/officeDocument/2006/relationships" id="259" r:id="R740040704bcf4e10"/>
    <p:sldId xmlns:r="http://schemas.openxmlformats.org/officeDocument/2006/relationships" id="260" r:id="Rff3a463d801b4660"/>
    <p:sldId xmlns:r="http://schemas.openxmlformats.org/officeDocument/2006/relationships" id="261" r:id="Rca78f4b352af4f7d"/>
    <p:sldId xmlns:r="http://schemas.openxmlformats.org/officeDocument/2006/relationships" id="262" r:id="Rc6f7ef2d07d54edf"/>
    <p:sldId xmlns:r="http://schemas.openxmlformats.org/officeDocument/2006/relationships" id="263" r:id="Rc16e101530554c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b3ae64b3d40c8" /><Relationship Type="http://schemas.openxmlformats.org/officeDocument/2006/relationships/theme" Target="/ppt/theme/theme1.xml" Id="R7d2a7e1213e34b38" /><Relationship Type="http://schemas.openxmlformats.org/officeDocument/2006/relationships/notesMaster" Target="/ppt/notesMasters/notesMaster1.xml" Id="R2227a62194d84954" /><Relationship Type="http://schemas.openxmlformats.org/officeDocument/2006/relationships/presProps" Target="/ppt/presProps.xml" Id="Re21f80e0b90c4957" /><Relationship Type="http://schemas.openxmlformats.org/officeDocument/2006/relationships/viewProps" Target="/ppt/viewProps.xml" Id="R24d578fb5d4b43a5" /><Relationship Type="http://schemas.openxmlformats.org/officeDocument/2006/relationships/tableStyles" Target="/ppt/tableStyles.xml" Id="R3aecec150dd94874" /><Relationship Type="http://schemas.openxmlformats.org/officeDocument/2006/relationships/slide" Target="/ppt/slides/slide1.xml" Id="Rcd9a51df62684955" /><Relationship Type="http://schemas.openxmlformats.org/officeDocument/2006/relationships/slide" Target="/ppt/slides/slide2.xml" Id="R86632f5be6384a56" /><Relationship Type="http://schemas.openxmlformats.org/officeDocument/2006/relationships/slide" Target="/ppt/slides/slide3.xml" Id="R508af7b36f52400f" /><Relationship Type="http://schemas.openxmlformats.org/officeDocument/2006/relationships/slide" Target="/ppt/slides/slide4.xml" Id="R740040704bcf4e10" /><Relationship Type="http://schemas.openxmlformats.org/officeDocument/2006/relationships/slide" Target="/ppt/slides/slide5.xml" Id="Rff3a463d801b4660" /><Relationship Type="http://schemas.openxmlformats.org/officeDocument/2006/relationships/slide" Target="/ppt/slides/slide6.xml" Id="Rca78f4b352af4f7d" /><Relationship Type="http://schemas.openxmlformats.org/officeDocument/2006/relationships/slide" Target="/ppt/slides/slide7.xml" Id="Rc6f7ef2d07d54edf" /><Relationship Type="http://schemas.openxmlformats.org/officeDocument/2006/relationships/slide" Target="/ppt/slides/slide8.xml" Id="Rc16e101530554c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083457b0f234a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82495798cb4cfe" /><Relationship Type="http://schemas.openxmlformats.org/officeDocument/2006/relationships/notesMaster" Target="/ppt/notesMasters/notesMaster1.xml" Id="R88ad0c499b1344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c2fac083d0421b" /><Relationship Type="http://schemas.openxmlformats.org/officeDocument/2006/relationships/notesMaster" Target="/ppt/notesMasters/notesMaster1.xml" Id="R9c8e9ef5013046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d4da58d00341cc" /><Relationship Type="http://schemas.openxmlformats.org/officeDocument/2006/relationships/notesMaster" Target="/ppt/notesMasters/notesMaster1.xml" Id="Ra1b3f274696446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a8b20d372f445e" /><Relationship Type="http://schemas.openxmlformats.org/officeDocument/2006/relationships/notesMaster" Target="/ppt/notesMasters/notesMaster1.xml" Id="R5ac8198a5eab4d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ad7bd23943459d" /><Relationship Type="http://schemas.openxmlformats.org/officeDocument/2006/relationships/notesMaster" Target="/ppt/notesMasters/notesMaster1.xml" Id="R84df16218e234c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71e9fe58864e0d" /><Relationship Type="http://schemas.openxmlformats.org/officeDocument/2006/relationships/notesMaster" Target="/ppt/notesMasters/notesMaster1.xml" Id="Rfcfbb7a10dff47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0f6a9f62314c33" /><Relationship Type="http://schemas.openxmlformats.org/officeDocument/2006/relationships/notesMaster" Target="/ppt/notesMasters/notesMaster1.xml" Id="R38eceb4954a148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37001ab41e4560" /><Relationship Type="http://schemas.openxmlformats.org/officeDocument/2006/relationships/notesMaster" Target="/ppt/notesMasters/notesMaster1.xml" Id="R59f726c85ca342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1d50556494e2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0ca1aace17c4dea" /><Relationship Type="http://schemas.openxmlformats.org/officeDocument/2006/relationships/slideLayout" Target="/ppt/slideLayouts/slideLayout2.xml" Id="R4d81710fba7e45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81710fba7e45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1f99446ba045fd" /><Relationship Type="http://schemas.openxmlformats.org/officeDocument/2006/relationships/image" Target="/ppt/media/image.jpeg" Id="Rb8cc415feee64cb6" /><Relationship Type="http://schemas.openxmlformats.org/officeDocument/2006/relationships/notesSlide" Target="/ppt/notesSlides/notesSlide1.xml" Id="R5d30a8a09dbc4c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418fae0ace41fc" /><Relationship Type="http://schemas.openxmlformats.org/officeDocument/2006/relationships/notesSlide" Target="/ppt/notesSlides/notesSlide2.xml" Id="R839cb40306ff49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98f699f8054250" /><Relationship Type="http://schemas.openxmlformats.org/officeDocument/2006/relationships/notesSlide" Target="/ppt/notesSlides/notesSlide3.xml" Id="Ra873044a718d49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05f9dc41c74690" /><Relationship Type="http://schemas.openxmlformats.org/officeDocument/2006/relationships/notesSlide" Target="/ppt/notesSlides/notesSlide4.xml" Id="Rc4198f07a37c4b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40933cfaed458c" /><Relationship Type="http://schemas.openxmlformats.org/officeDocument/2006/relationships/notesSlide" Target="/ppt/notesSlides/notesSlide5.xml" Id="Re57edf91b9bc4e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cebbd1e254b75" /><Relationship Type="http://schemas.openxmlformats.org/officeDocument/2006/relationships/image" Target="/ppt/media/image2.jpeg" Id="R05a606ace98b4b8a" /><Relationship Type="http://schemas.openxmlformats.org/officeDocument/2006/relationships/image" Target="/ppt/media/image3.jpeg" Id="Rad3ff125e4664157" /><Relationship Type="http://schemas.openxmlformats.org/officeDocument/2006/relationships/image" Target="/ppt/media/image4.jpeg" Id="Rf0816b0f2d5f4653" /><Relationship Type="http://schemas.openxmlformats.org/officeDocument/2006/relationships/image" Target="/ppt/media/image5.jpeg" Id="R983fc61c4d1b480b" /><Relationship Type="http://schemas.openxmlformats.org/officeDocument/2006/relationships/notesSlide" Target="/ppt/notesSlides/notesSlide6.xml" Id="R11e94fe2684245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94897e280444c8" /><Relationship Type="http://schemas.openxmlformats.org/officeDocument/2006/relationships/notesSlide" Target="/ppt/notesSlides/notesSlide7.xml" Id="R53a4d761c94b49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0a89cdbbe74924" /><Relationship Type="http://schemas.openxmlformats.org/officeDocument/2006/relationships/notesSlide" Target="/ppt/notesSlides/notesSlide8.xml" Id="R403deb91f05848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AC132F-6DBF-4514-92AC-FECABAF7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P1/P2 FIX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11600-8465-4AEF-94D6-5012CA64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Jacsim Social QA Fix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91C91-82B3-48A1-A95D-A010E0F8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develop 기준 기능 리스크 수정, 회귀 테스트, 시뮬레이터 확인 자료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BF44E-6CE1-4A6C-9825-5C1CF9D3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3E32B-2B7A-4457-82E9-46967430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7167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P1/P2 전부 수정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DB91E-E6C6-4FB1-8696-0890028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0500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B3A"/>
          </a:solidFill>
          <a:ln xmlns:a="http://schemas.openxmlformats.org/drawingml/2006/main" w="9525">
            <a:solidFill>
              <a:srgbClr val="132B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B79D5-29DE-4220-9AE5-B79DDF1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71675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DD3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7DD3FC"/>
                </a:solidFill>
                <a:latin typeface="Apple SD Gothic Neo"/>
                <a:ea typeface="Apple SD Gothic Neo"/>
                <a:cs typeface="Apple SD Gothic Neo"/>
              </a:rPr>
              <a:t>테스트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53285-14A9-4336-802C-12AE409E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050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2D12"/>
          </a:solidFill>
          <a:ln xmlns:a="http://schemas.openxmlformats.org/drawingml/2006/main" w="9525">
            <a:solidFill>
              <a:srgbClr val="3B2D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1A02E-12AF-45E3-AECD-88C9BA7E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71675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rPr>
              <a:t>Simulator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03022-ABA9-4CFE-ACEC-B4F8C32E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812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96E34-DE88-4061-8E0D-DD6502E6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공개범위: 자랑글/응원/댓글이 작심 visibility를 따르도록 수정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71C22-9A65-497B-AA4B-2F9802B4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622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65CD1-B8E6-4E83-85D9-CFBC4A34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소셜 알림: 로컬 사용자가 받을 알림만 예약하도록 차단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61FDA-7958-4EDC-A3F0-A653E0D0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432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8D7B4-87D8-437A-8371-34EE7D04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따라하기: 실제 작심 생성 이후 copiedTaskId로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C5A94-E30F-4AF6-9518-BB59007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50058-FDB6-416A-AF12-6FDD1088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자랑글 사진/AI 코치: 가짜 경로와 fatalError 제거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70C3C-50B8-4621-A037-A0C2E110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09625"/>
            <a:ext cx="2571750" cy="5372100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50A14"/>
          </a:solidFill>
          <a:ln xmlns:a="http://schemas.openxmlformats.org/drawingml/2006/main" w="9525">
            <a:solidFill>
              <a:srgbClr val="26334B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c415feee64cb6"/>
          <a:srcRect xmlns:a="http://schemas.openxmlformats.org/drawingml/2006/main" l="48" t="0" r="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904875"/>
            <a:ext cx="2381250" cy="51816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6A12A-3A9E-45FD-91F2-62C03810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2388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작업 완료 · Today screen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F0460-591C-4F4F-832A-812FA85C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Jacsim QA · 2026-05-17 · 1/8</a:t>
            </a:r>
          </a:p>
        </p:txBody>
      </p:sp>
    </p:spTree>
    <p:extLst>
      <p:ext uri="{BB962C8B-B14F-4D97-AF65-F5344CB8AC3E}">
        <p14:creationId xmlns:p14="http://schemas.microsoft.com/office/powerpoint/2010/main" val="1792620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F22314-8AD3-43D8-BD2D-1191EAB5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작업 전 → 작업 완료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4146A-18E4-419B-A610-1E5679F6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P1 · 공개범위 누수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87BFF-B9EC-496E-8F2D-85135583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비공개 작심에서 파생된 소셜 콘텐츠가 피드/댓글에서 열릴 수 있던 리스크를 제거했습니다.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07C45-FA9F-4DD7-91E3-B37440F3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49530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77F7F-ABF1-4640-9CB5-140408AF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720"/>
          </a:solidFill>
          <a:ln xmlns:a="http://schemas.openxmlformats.org/drawingml/2006/main" w="9525">
            <a:solidFill>
              <a:srgbClr val="3B17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A8BFA-2DCE-494C-889D-A5A7DC7E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75902-9AFE-4CDE-9C5E-B96C7E4C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BEFORE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0260A-21D8-4E13-B906-86B8DA72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profile과 자랑글/응원/댓글을 같은 규칙으로 허용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E3D5B-D384-4A74-A382-7EA73274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case .profile, .bragPost, .cheerCount, .commentList: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    return true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AA07C-3C06-467B-AE12-322A13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9530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D43D3-A1C3-4D17-9913-4D2D5F5D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24075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720"/>
          </a:solidFill>
          <a:ln xmlns:a="http://schemas.openxmlformats.org/drawingml/2006/main" w="9525">
            <a:solidFill>
              <a:srgbClr val="3B17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658B7-F761-4601-9EEC-2A1ECFA6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0787F-869F-435D-8FFD-D04E53A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81225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AFTER 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18542-7646-4D7A-9676-818CE97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62225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자랑글 계열은 task visibility 기반으로 필터링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B683C-F1C4-48B7-BCEA-2F49323D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33725"/>
            <a:ext cx="457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case .profile: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    return true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case .bragPost, .cheerCount, .commentList: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    return canViewTaskScopedResource(...)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34025-1AFB-4C9D-B105-CDC5A74D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검증 포인트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EADF2-1EB7-4F90-BC75-10976235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4573E7-8910-41D7-8E08-95E80DF0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private 자랑글은 stranger 피드에서 제외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F5759-3436-4DE1-93EF-4781621E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846CB-768C-4A91-B5AD-94D1E7E5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9725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followers 댓글/응원은 oneWay 또는 mutual 관계에서만 허용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E4B78-F2EC-4835-8DFC-9BFA45F9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53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AF4D8-4B0B-462B-B314-BA44D8D5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43575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profile은 기존처럼 blocked 외에는 계속 접근 가능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BB9BF-ABEA-403E-AC4E-04F740FE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AB3EF-B555-48AD-9C8D-208A062D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863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Jacsim regression test added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FAFD5-912F-465B-8221-74A6D8FE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Jacsim QA · 2026-05-17 · 2/8</a:t>
            </a:r>
          </a:p>
        </p:txBody>
      </p:sp>
    </p:spTree>
    <p:extLst>
      <p:ext uri="{BB962C8B-B14F-4D97-AF65-F5344CB8AC3E}">
        <p14:creationId xmlns:p14="http://schemas.microsoft.com/office/powerpoint/2010/main" val="977361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8A551-2C87-4BF9-8FE0-5A60290D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작업 전 → 작업 완료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1001A-4C35-4BDF-8D2A-AFFB279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P1 · 로컬 소셜 알림 오발송 차단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BB9E26-1BB4-4A41-A435-947121E7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내가 한 행동을 내 기기에 친구 행동처럼 띄우는 경로를 target/source 기준으로 막았습니다.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0DB72-5C5B-4BA5-87B3-6BA92847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381375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19F3A-071E-42FC-A96F-43E04193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720"/>
          </a:solidFill>
          <a:ln xmlns:a="http://schemas.openxmlformats.org/drawingml/2006/main" w="9525">
            <a:solidFill>
              <a:srgbClr val="3B17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AEE27-B615-44FA-863C-9490B707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0694C-43F3-4270-865A-B79E7BDC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2390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BEFORE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96C2F-CE50-4591-8C15-66CD85B0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3000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친구 요청 방향이 반대로 저장될 수 있음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50617-5239-4CFB-B540-13DEB8EC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000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fromUserId = row.user.id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toUserId = currentUserID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→ 검색한 상대가 나에게 요청한 것처럼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C63DFC-4D12-4EEB-9F32-2CCF416B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3381375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09A1E-0794-458F-8893-17EC84C5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720"/>
          </a:solidFill>
          <a:ln xmlns:a="http://schemas.openxmlformats.org/drawingml/2006/main" w="9525">
            <a:solidFill>
              <a:srgbClr val="3B17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86F70-FB5A-4DD0-9D34-15B35A3D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8DE74-C0FB-41EC-B232-A3172D2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81225"/>
            <a:ext cx="2390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BEFORE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EAD4A-0C59-4922-B45E-E6F66D2B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62225"/>
            <a:ext cx="3000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원격 이벤트용 알림을 로컬에서 즉시 예약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23CC5-4B9D-4960-84E9-8075A554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33725"/>
            <a:ext cx="3000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follow / cheer / comment / follow challenge 이후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내 행동인데도 “친구가…” 알림 예약 가능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F0106-EBDE-4431-B491-960A4EE2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381375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B9B22-5BAF-4BD3-83F4-3A0563F3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24075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720"/>
          </a:solidFill>
          <a:ln xmlns:a="http://schemas.openxmlformats.org/drawingml/2006/main" w="9525">
            <a:solidFill>
              <a:srgbClr val="3B172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38C38-6E52-4C5C-8F15-F726BC8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308E9-BEF9-4673-AA24-D1C0042C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81225"/>
            <a:ext cx="2390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AFTER GUARD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BF237-9F8C-48E0-8556-1862FF26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3000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source/target이 로컬 수신 조건일 때만 예약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EF760-0A96-472A-B129-FD2270F4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33725"/>
            <a:ext cx="3000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target == currentUserID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source != currentUserID</a:t>
            </a:r>
          </a:p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그 외 targeted social notification은 return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95A79-18B4-4503-A2F1-1E54635C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7050F-2CCE-4E2F-968A-46425961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친구 검색 팔로우 요청: currentUser → targetUser 방향으로 저장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2B6EF-5629-46AC-9FDE-D16FD413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D2309-E7F4-4B4E-BF9B-C8490830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self-triggered friendGraduated/friendPosted 로컬 예약 제거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285A9-9974-4587-8871-9D84B0CC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689CE-BEB4-43AC-89C3-7B0908AB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LocalNotificationSchedulerAdapter 자체에도 이중 방어 추가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637A5E-004D-4FC8-AD13-D8F52D84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Jacsim QA · 2026-05-17 · 3/8</a:t>
            </a:r>
          </a:p>
        </p:txBody>
      </p:sp>
    </p:spTree>
    <p:extLst>
      <p:ext uri="{BB962C8B-B14F-4D97-AF65-F5344CB8AC3E}">
        <p14:creationId xmlns:p14="http://schemas.microsoft.com/office/powerpoint/2010/main" val="687782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251E07-46E6-4066-A01B-17AAA6C9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작업 전 → 작업 완료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1DDC9-3A2E-4A7A-8E37-069D100A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P2 · 미완성 기능을 실제 완료 흐름으로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6F94B-850E-4224-B896-498A58C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탭 시점의 가짜 성공 처리와 placeholder 저장을 실제 성공 이벤트 기반으로 바꿨습니다.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A854E-8D97-4E2F-81A0-65478CBC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FEAA7-BC62-40EE-B88E-1EF1F26B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2D12"/>
          </a:solidFill>
          <a:ln xmlns:a="http://schemas.openxmlformats.org/drawingml/2006/main" w="9525">
            <a:solidFill>
              <a:srgbClr val="3B2D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0903E-4895-43C6-A87E-D87014DB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B0F35-91E4-4474-B61D-4700550B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8122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FOLLOW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E534B-0757-4F47-89AE-76D8CD65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62225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탭 순간 copiedTaskId를 임의 생성하고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F4FE6-8006-48F3-AD54-9ECAE396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33725"/>
            <a:ext cx="3048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작심 생성 실패/취소와 무관하게 따라하기 기록이 남을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B1745-E5E7-40FF-A3C5-5E072AF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52625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2490A-CE97-4253-8C4A-62457BE2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2D12"/>
          </a:solidFill>
          <a:ln xmlns:a="http://schemas.openxmlformats.org/drawingml/2006/main" w="9525">
            <a:solidFill>
              <a:srgbClr val="3B2D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D88BD-A6C9-4AD4-A713-FB4C249F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907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88317-FA58-4082-A630-3342E0AE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8122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BRAG IMAGE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EF205-6692-45C7-AC06-3321364B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62225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샘플/파일명만 저장하고 카드에는 실제 이미지가 없음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105D5-CB92-4F14-92A8-F0D140EB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33725"/>
            <a:ext cx="3048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imagePaths에는 fake path만 있고 imageStore 저장/로드 없음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20C1C-8081-4F01-BBC9-B00D1045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429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98409-7A64-4D03-9F8A-B1C2B5D2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24075"/>
            <a:ext cx="495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2D12"/>
          </a:solidFill>
          <a:ln xmlns:a="http://schemas.openxmlformats.org/drawingml/2006/main" w="9525">
            <a:solidFill>
              <a:srgbClr val="3B2D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12DC2-CCED-450E-9CF3-758A950A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5BC42-9BDC-4E7A-BFEB-139357C4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81225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AI COACH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25936-D288-451D-A55B-71CCF69F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실사용 경로가 fatalError로 종료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D3754A-2C65-4A1F-A2CE-9EC2ACBD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33725"/>
            <a:ext cx="3048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RealAICoachClientAdapter.sendMessage / weeklyReflection 미구현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7E0E84-F954-47DA-ACAC-C49961B9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22EF6-0859-4D55-88D6-D85FECDF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NewTaskModel이 실제 생성된 Domain.Task를 콜백으로 반환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EB56A-5BAF-4DAD-87FC-7170FBD9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C21EB-F935-4E1B-BBCA-912337AB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선택 이미지를 imageStore에 저장하고 Feed/Profile 카드에서 Data로 렌더링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A11FE-1C37-4B6F-8CC3-EFAEF987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02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FCEC9-89D8-4B96-8898-7F2F0129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AI 코치는 네트워크 없이도 크래시 없는 deterministic 응답 제공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97FD48-79EC-47C5-9BBA-0469EB8C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Jacsim QA · 2026-05-17 · 4/8</a:t>
            </a:r>
          </a:p>
        </p:txBody>
      </p:sp>
    </p:spTree>
    <p:extLst>
      <p:ext uri="{BB962C8B-B14F-4D97-AF65-F5344CB8AC3E}">
        <p14:creationId xmlns:p14="http://schemas.microsoft.com/office/powerpoint/2010/main" val="6617631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E5F81-F21E-4652-948E-1F388F76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작업 완료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19B50-BF15-452C-90F5-1F7B2956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저장소와 마이그레이션은 privacy-safe로 축소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1D0DC-C513-41D5-B980-2B3A9C2D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기존 BragPost 테이블을 직접 갈아엎지 않고 공개범위만 V6 보조 모델로 붙였습니다.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94A9D-B061-46E3-8BC0-BDF1F996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952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D2A41"/>
          </a:solidFill>
          <a:ln xmlns:a="http://schemas.openxmlformats.org/drawingml/2006/main" w="9525">
            <a:solidFill>
              <a:srgbClr val="2A3A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F7651-1231-475D-9808-101AFAC7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Domain.BragPost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B37F8-CC5D-4644-8008-A49C3763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7E8A5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67E8A5"/>
                </a:solidFill>
                <a:latin typeface="SF Mono"/>
                <a:ea typeface="SF Mono"/>
                <a:cs typeface="SF Mono"/>
              </a:rPr>
              <a:t>+ visibility: TaskVisibility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51CB5-3DAC-4CEB-A7C8-6D2A4C3C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5DBAA-F698-4FE5-95E3-B5CA916B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3333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D2A41"/>
          </a:solidFill>
          <a:ln xmlns:a="http://schemas.openxmlformats.org/drawingml/2006/main" w="9525">
            <a:solidFill>
              <a:srgbClr val="2A3A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F7CE0-F7B3-413D-B6CB-873FD867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241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CurrentSwiftDataSchema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B9E96-6740-44A2-8766-B03D67A6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622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DD3FC"/>
                </a:solidFill>
                <a:latin typeface="SF Mono"/>
                <a:ea typeface="SF Mono"/>
                <a:cs typeface="SF Mono"/>
              </a:defRPr>
            </a:pPr>
            <a:r>
              <a:rPr sz="1425" b="0">
                <a:solidFill>
                  <a:srgbClr val="7DD3FC"/>
                </a:solidFill>
                <a:latin typeface="SF Mono"/>
                <a:ea typeface="SF Mono"/>
                <a:cs typeface="SF Mono"/>
              </a:rPr>
              <a:t>BragPostVisibilityModel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A546E-D9D7-4EC3-A549-156856F3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F4EF1-844E-4713-A685-E5F4CCB7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21907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2356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4245D-312E-4057-A261-9831119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24100"/>
            <a:ext cx="1762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Legacy 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AC7D6-3DD2-476C-AD6C-3975CEF4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622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missing visibility = private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5F877-9B19-4D93-AF59-FC59608A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318E6-3BBE-4AC5-A605-B2D96AE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V1→current migration test로 기존 작심 visibility private 보정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A212E-8863-44DF-8F52-069271DA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672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7E0FD-EE26-459C-B680-C5B455A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기존 자랑글에 visibility row가 없으면 private로 해석해 보수적으로 보호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BE75C-DF23-4F64-A6F4-24BD9C85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291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124EA5-CB3F-4261-BF81-50CAC477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seed social post는 public visibility row를 추가해 추천 피드가 비지 않도록 보정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770EB-B6DB-4FC5-B7E0-698149D7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Jacsim QA · 2026-05-17 · 5/8</a:t>
            </a:r>
          </a:p>
        </p:txBody>
      </p:sp>
    </p:spTree>
    <p:extLst>
      <p:ext uri="{BB962C8B-B14F-4D97-AF65-F5344CB8AC3E}">
        <p14:creationId xmlns:p14="http://schemas.microsoft.com/office/powerpoint/2010/main" val="771220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BC09D-0092-4E2D-AE9C-33085E79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작업 완료 화면 캡처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53F35-B7E6-4F34-9E17-FDE3F1AF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Simulator smoke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E0591-2D4D-40B0-A1D2-CF560A17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iPhone 17 Pro / iOS 26.1에서 빌드·설치·실행 후 주요 화면을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2E877-E353-44F6-B543-7F4D4263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90750" cy="4533900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050A14"/>
          </a:solidFill>
          <a:ln xmlns:a="http://schemas.openxmlformats.org/drawingml/2006/main" w="9525">
            <a:solidFill>
              <a:srgbClr val="26334B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606ace98b4b8a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809750"/>
            <a:ext cx="2000250" cy="4343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7C45E-02F3-4D33-8246-52732311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59243-A8E8-476F-ACFA-78068ABF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190750" cy="4533900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050A14"/>
          </a:solidFill>
          <a:ln xmlns:a="http://schemas.openxmlformats.org/drawingml/2006/main" w="9525">
            <a:solidFill>
              <a:srgbClr val="26334B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ff125e4664157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1875" y="1809750"/>
            <a:ext cx="2000250" cy="4343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00EAD-6DC6-4908-AE1F-32EB2B50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305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Feed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139AD-7F63-4876-972D-FA685F6A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190750" cy="4533900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050A14"/>
          </a:solidFill>
          <a:ln xmlns:a="http://schemas.openxmlformats.org/drawingml/2006/main" w="9525">
            <a:solidFill>
              <a:srgbClr val="26334B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16b0f2d5f4653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809750"/>
            <a:ext cx="2000250" cy="43434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1DF2A-7E24-4677-9E50-2B74B800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305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Brag composer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C750E-7C70-47E3-8114-FE194A4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190750" cy="4533900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050A14"/>
          </a:solidFill>
          <a:ln xmlns:a="http://schemas.openxmlformats.org/drawingml/2006/main" w="9525">
            <a:solidFill>
              <a:srgbClr val="26334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fc61c4d1b480b"/>
          <a:srcRect xmlns:a="http://schemas.openxmlformats.org/drawingml/2006/main" l="0" t="57" r="0" b="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1625" y="1809750"/>
            <a:ext cx="2000250" cy="43434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5A480-98E9-4623-86D6-37D05F02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305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Visibility section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35333-81FE-4EE0-ADF8-1C57B3FC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Jacsim QA · 2026-05-17 · 6/8</a:t>
            </a:r>
          </a:p>
        </p:txBody>
      </p:sp>
    </p:spTree>
    <p:extLst>
      <p:ext uri="{BB962C8B-B14F-4D97-AF65-F5344CB8AC3E}">
        <p14:creationId xmlns:p14="http://schemas.microsoft.com/office/powerpoint/2010/main" val="640764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B2684A-A0EC-4AE8-A4D6-9E141925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검증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F0470-01B6-46A9-AF2E-328F789C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Build &amp; test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E6F84-2A65-4904-91D5-9751405B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실패했던 SwiftData migration 경로까지 포함해 재검증했습니다.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B7B7B-567D-45BE-AC31-35E3BCDE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10668000" cy="333375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CEB3D-7CAF-4922-AC70-ED75AF70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tuist generate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CE1A6-5BE6-49E8-B502-235A4128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704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76124-D264-4C6D-8DBE-77506BE3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5208E-C1A9-4575-9197-413189AA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3362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Project generated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1E6734-F2B6-470C-8663-6F1E7A6F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tuist test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B0662-C485-41FB-BA1B-7F83DE09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704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3F421-02B2-4672-844F-721BD31A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9565E-BC7C-46E7-98D1-D0A526FE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SwiftData V1→current migration, BragPost visibility, AI coach 포함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EA7E0-C4AB-4551-840E-1893EAE3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tuist test Jacsim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8CBDD-7AEC-48A4-BC53-CE4BDEBF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704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955E05-ECE7-4B52-9023-59CAE400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042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0D311-4EDF-4BAA-9977-2A703FE8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친구 요청 방향, 따라하기, 사진 저장, 댓글 시트, visibility policy 포함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50A71B-3E92-4088-A07E-A0BBB60B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tuist build Jacsim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346D9-2E32-4A09-9C3B-F51D4688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704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E2167-7860-4D81-A47E-654CAD9C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24300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6AA41-812C-4C1D-B644-291C27DB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앱 빌드 성공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34ED6-347E-4C8C-88CC-6E993BFB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SF Mono"/>
                <a:ea typeface="SF Mono"/>
                <a:cs typeface="SF Mono"/>
              </a:defRPr>
            </a:pPr>
            <a:r>
              <a:rPr sz="1350" b="0">
                <a:solidFill>
                  <a:srgbClr val="F8FAFC"/>
                </a:solidFill>
                <a:latin typeface="SF Mono"/>
                <a:ea typeface="SF Mono"/>
                <a:cs typeface="SF Mono"/>
              </a:rPr>
              <a:t>XcodeBuildMCP build_run_sim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7E954-8922-4813-BF86-351B931A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704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15C41-5D69-4939-9DE6-536AEC0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48175"/>
            <a:ext cx="704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0D61E5-3374-49A6-BB3D-2FA1F90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29125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iPhone 17 Pro simulator 실행 및 스크린샷 확보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DD912B-39A3-4603-80AA-C9F88EA5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참고: `tuist test Domain`은 현재 Domain scheme test action에 testable이 없어 실행 대상이 없다고 보고합니다. 이번 공개범위 정책은 실제 실행되는 Jacsim regression test에도 추가했습니다.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5F2C97-F154-404A-8CE3-676CA2BC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Jacsim QA · 2026-05-17 · 7/8</a:t>
            </a:r>
          </a:p>
        </p:txBody>
      </p:sp>
    </p:spTree>
    <p:extLst>
      <p:ext uri="{BB962C8B-B14F-4D97-AF65-F5344CB8AC3E}">
        <p14:creationId xmlns:p14="http://schemas.microsoft.com/office/powerpoint/2010/main" val="1497541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AB243B-D7DC-414B-AE33-BEF80584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QA Sign-off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1D0F3-7CEA-4715-8D38-6C29CFA6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8001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P1/P2 closure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BEE32-6C97-4248-A305-CDBB8A2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기획/QA 관점에서 앱 사용 중 치명도가 높은 미완성 경로를 닫았습니다.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3BC7A-C09E-40D9-B37C-54BA5456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287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DA915-446C-40D3-A413-E3173190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720"/>
          </a:solidFill>
          <a:ln xmlns:a="http://schemas.openxmlformats.org/drawingml/2006/main" w="9525">
            <a:solidFill>
              <a:srgbClr val="3B17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12098-B646-4D80-98ED-87EF619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665D1-45A8-447E-9289-FEAEA76A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145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Privacy leak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4107A-33EF-4295-AF65-777C0163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14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자랑글·응원·댓글 공개범위가 task visibility를 따름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DFE24-37EA-46C8-AB22-7A0D7D4B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7645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2E3C3-13D4-4FCF-BA85-222E37D2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4312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Closed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A4138-8430-41A3-BACE-D1A67664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0287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A4E9E-E1CB-42B1-A500-2F5A32A4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720"/>
          </a:solidFill>
          <a:ln xmlns:a="http://schemas.openxmlformats.org/drawingml/2006/main" w="9525">
            <a:solidFill>
              <a:srgbClr val="3B17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66FF6-22E6-4033-B766-BBA1D0F7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6B6B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1453D-E953-4066-BADF-C10BE54F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43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Wrong local notification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C2A448-694A-4413-BFDB-6213B58B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432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source/target guard + self-trigger 제거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7C279-6857-4691-8157-0D387BB8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0510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62812F-6F1C-4EC8-9039-31DA38C0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717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Closed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9830E-57B7-4433-BDC9-5751ADD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287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9275B-DD59-498E-A010-E74E4EC6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2D12"/>
          </a:solidFill>
          <a:ln xmlns:a="http://schemas.openxmlformats.org/drawingml/2006/main" w="9525">
            <a:solidFill>
              <a:srgbClr val="3B2D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19172B-CBE8-4C2E-A0C2-31E36996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FE6AC-AE5D-4491-9CEA-E3327533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718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Follow challenge false success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A6C7C-BC8C-4DCF-B001-73D90D03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718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실제 task 생성 이후 copiedTaskId로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7F13A-5348-4BE6-A80E-9513B1D0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3375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97294-1707-4A51-98E1-35333255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0042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EC702-6D56-40A1-949E-31C2273F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0287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6F7FF-3783-49CC-A173-498B31DC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2D12"/>
          </a:solidFill>
          <a:ln xmlns:a="http://schemas.openxmlformats.org/drawingml/2006/main" w="9525">
            <a:solidFill>
              <a:srgbClr val="3B2D1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F3BE8D-690C-4692-83B6-97AD08A2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D6B8DE-488A-4FF2-A385-256D8898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005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Brag image placeholder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22598-C238-404E-BAC7-AC06E8F9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005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imageStore 저장/로드 및 카드 렌더링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61E857-55AD-4029-95A9-CF9BCF0D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6240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236E3E-EF81-41D8-9D11-CBE3EEAA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2907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Closed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D2563D-D73D-4405-81F4-1D816490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2870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62033"/>
          </a:solidFill>
          <a:ln xmlns:a="http://schemas.openxmlformats.org/drawingml/2006/main" w="9525">
            <a:solidFill>
              <a:srgbClr val="2533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022B8E-50F3-4C8C-97CA-3CD4681A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476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2D12"/>
          </a:solidFill>
          <a:ln xmlns:a="http://schemas.openxmlformats.org/drawingml/2006/main" w="9525">
            <a:solidFill>
              <a:srgbClr val="3B2D1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15F46B-EEBE-4A2E-B795-80027C2F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6C85F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031971-1B0E-48F0-ABB1-78031635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29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AI Coach fatalError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81CFD7-00F6-4620-A277-D3A479F1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291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크래시 없는 local deterministic adapter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E0DB09-D589-4152-8F31-33E73817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91050"/>
            <a:ext cx="819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A"/>
          </a:solidFill>
          <a:ln xmlns:a="http://schemas.openxmlformats.org/drawingml/2006/main" w="9525">
            <a:solidFill>
              <a:srgbClr val="123A2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F49522-9713-4FB2-B1DA-E0C80DDC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57725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67E8A5"/>
                </a:solidFill>
                <a:latin typeface="Apple SD Gothic Neo"/>
                <a:ea typeface="Apple SD Gothic Neo"/>
                <a:cs typeface="Apple SD Gothic Neo"/>
              </a:rPr>
              <a:t>Closed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D9D108-68CC-4A39-BF7A-8E928634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8FAFC"/>
                </a:solidFill>
                <a:latin typeface="Apple SD Gothic Neo"/>
                <a:ea typeface="Apple SD Gothic Neo"/>
                <a:cs typeface="Apple SD Gothic Neo"/>
              </a:rPr>
              <a:t>남은 리스크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B7E048-DE11-4C66-9D82-5278B9C7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1975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A8B3C7"/>
                </a:solidFill>
                <a:latin typeface="Apple SD Gothic Neo"/>
                <a:ea typeface="Apple SD Gothic Neo"/>
                <a:cs typeface="Apple SD Gothic Neo"/>
              </a:rPr>
              <a:t>빌드 로그에 보이는 AppDelegate/KeyboardObserver/JSTabBar deprecation은 이번 변경 파일이 아니며 기존 경고입니다. 별도 정리 작업으로 분리하는 것이 맞습니다.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23EF6F-AF22-496A-813A-BF64CA89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891"/>
                </a:solidFill>
                <a:latin typeface="Apple SD Gothic Neo"/>
                <a:ea typeface="Apple SD Gothic Neo"/>
                <a:cs typeface="Apple SD Gothic Neo"/>
              </a:rPr>
              <a:t>Jacsim QA · 2026-05-17 · 8/8</a:t>
            </a:r>
          </a:p>
        </p:txBody>
      </p:sp>
    </p:spTree>
    <p:extLst>
      <p:ext uri="{BB962C8B-B14F-4D97-AF65-F5344CB8AC3E}">
        <p14:creationId xmlns:p14="http://schemas.microsoft.com/office/powerpoint/2010/main" val="2028601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2026-05-17T04:39:47.7580000Z</dcterms:created>
  <dcterms:modified xsi:type="dcterms:W3CDTF">2026-05-17T04:39:47.7580000Z</dcterms:modified>
</coreProperties>
</file>